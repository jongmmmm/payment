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준 오" userId="218f220ab00fee74" providerId="LiveId" clId="{F6DF1328-6152-4B29-A8E8-F4D6E3B7ED3B}"/>
    <pc:docChg chg="undo custSel addSld delSld modSld">
      <pc:chgData name="성준 오" userId="218f220ab00fee74" providerId="LiveId" clId="{F6DF1328-6152-4B29-A8E8-F4D6E3B7ED3B}" dt="2026-05-06T16:16:42.893" v="34" actId="680"/>
      <pc:docMkLst>
        <pc:docMk/>
      </pc:docMkLst>
      <pc:sldChg chg="modSp mod">
        <pc:chgData name="성준 오" userId="218f220ab00fee74" providerId="LiveId" clId="{F6DF1328-6152-4B29-A8E8-F4D6E3B7ED3B}" dt="2026-05-06T12:34:54.977" v="21" actId="1036"/>
        <pc:sldMkLst>
          <pc:docMk/>
          <pc:sldMk cId="0" sldId="256"/>
        </pc:sldMkLst>
        <pc:picChg chg="mod">
          <ac:chgData name="성준 오" userId="218f220ab00fee74" providerId="LiveId" clId="{F6DF1328-6152-4B29-A8E8-F4D6E3B7ED3B}" dt="2026-05-06T12:34:54.977" v="21" actId="1036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성준 오" userId="218f220ab00fee74" providerId="LiveId" clId="{F6DF1328-6152-4B29-A8E8-F4D6E3B7ED3B}" dt="2026-05-06T12:07:44.110" v="2" actId="1035"/>
        <pc:sldMkLst>
          <pc:docMk/>
          <pc:sldMk cId="0" sldId="257"/>
        </pc:sldMkLst>
        <pc:picChg chg="mod">
          <ac:chgData name="성준 오" userId="218f220ab00fee74" providerId="LiveId" clId="{F6DF1328-6152-4B29-A8E8-F4D6E3B7ED3B}" dt="2026-05-06T12:07:44.110" v="2" actId="1035"/>
          <ac:picMkLst>
            <pc:docMk/>
            <pc:sldMk cId="0" sldId="257"/>
            <ac:picMk id="2" creationId="{00000000-0000-0000-0000-000000000000}"/>
          </ac:picMkLst>
        </pc:picChg>
      </pc:sldChg>
      <pc:sldChg chg="modSp mod">
        <pc:chgData name="성준 오" userId="218f220ab00fee74" providerId="LiveId" clId="{F6DF1328-6152-4B29-A8E8-F4D6E3B7ED3B}" dt="2026-05-06T13:03:18.621" v="26" actId="1035"/>
        <pc:sldMkLst>
          <pc:docMk/>
          <pc:sldMk cId="0" sldId="258"/>
        </pc:sldMkLst>
        <pc:picChg chg="mod">
          <ac:chgData name="성준 오" userId="218f220ab00fee74" providerId="LiveId" clId="{F6DF1328-6152-4B29-A8E8-F4D6E3B7ED3B}" dt="2026-05-06T12:58:46.249" v="25" actId="1035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성준 오" userId="218f220ab00fee74" providerId="LiveId" clId="{F6DF1328-6152-4B29-A8E8-F4D6E3B7ED3B}" dt="2026-05-06T13:03:18.621" v="26" actId="1035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성준 오" userId="218f220ab00fee74" providerId="LiveId" clId="{F6DF1328-6152-4B29-A8E8-F4D6E3B7ED3B}" dt="2026-05-06T12:22:33.661" v="13" actId="1035"/>
          <ac:picMkLst>
            <pc:docMk/>
            <pc:sldMk cId="0" sldId="258"/>
            <ac:picMk id="11" creationId="{00000000-0000-0000-0000-000000000000}"/>
          </ac:picMkLst>
        </pc:picChg>
      </pc:sldChg>
      <pc:sldChg chg="modSp mod">
        <pc:chgData name="성준 오" userId="218f220ab00fee74" providerId="LiveId" clId="{F6DF1328-6152-4B29-A8E8-F4D6E3B7ED3B}" dt="2026-05-06T13:35:56.642" v="32" actId="1076"/>
        <pc:sldMkLst>
          <pc:docMk/>
          <pc:sldMk cId="0" sldId="259"/>
        </pc:sldMkLst>
        <pc:picChg chg="mod">
          <ac:chgData name="성준 오" userId="218f220ab00fee74" providerId="LiveId" clId="{F6DF1328-6152-4B29-A8E8-F4D6E3B7ED3B}" dt="2026-05-06T13:17:25.976" v="31" actId="1035"/>
          <ac:picMkLst>
            <pc:docMk/>
            <pc:sldMk cId="0" sldId="259"/>
            <ac:picMk id="2" creationId="{00000000-0000-0000-0000-000000000000}"/>
          </ac:picMkLst>
        </pc:picChg>
        <pc:picChg chg="mod">
          <ac:chgData name="성준 오" userId="218f220ab00fee74" providerId="LiveId" clId="{F6DF1328-6152-4B29-A8E8-F4D6E3B7ED3B}" dt="2026-05-06T13:17:23.941" v="30" actId="1035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성준 오" userId="218f220ab00fee74" providerId="LiveId" clId="{F6DF1328-6152-4B29-A8E8-F4D6E3B7ED3B}" dt="2026-05-06T13:35:56.642" v="32" actId="1076"/>
          <ac:picMkLst>
            <pc:docMk/>
            <pc:sldMk cId="0" sldId="259"/>
            <ac:picMk id="10" creationId="{00000000-0000-0000-0000-000000000000}"/>
          </ac:picMkLst>
        </pc:picChg>
      </pc:sldChg>
      <pc:sldChg chg="new del">
        <pc:chgData name="성준 오" userId="218f220ab00fee74" providerId="LiveId" clId="{F6DF1328-6152-4B29-A8E8-F4D6E3B7ED3B}" dt="2026-05-06T16:16:42.893" v="34" actId="680"/>
        <pc:sldMkLst>
          <pc:docMk/>
          <pc:sldMk cId="2150541029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5" Type="http://schemas.openxmlformats.org/officeDocument/2006/relationships/image" Target="../media/image24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0.png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1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2" Type="http://schemas.openxmlformats.org/officeDocument/2006/relationships/image" Target="../media/image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1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0.png"/><Relationship Id="rId2" Type="http://schemas.openxmlformats.org/officeDocument/2006/relationships/image" Target="../media/image5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33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" Type="http://schemas.openxmlformats.org/officeDocument/2006/relationships/image" Target="../media/image82.png"/><Relationship Id="rId21" Type="http://schemas.openxmlformats.org/officeDocument/2006/relationships/image" Target="../media/image100.png"/><Relationship Id="rId34" Type="http://schemas.openxmlformats.org/officeDocument/2006/relationships/image" Target="../media/image113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33" Type="http://schemas.openxmlformats.org/officeDocument/2006/relationships/image" Target="../media/image112.png"/><Relationship Id="rId2" Type="http://schemas.openxmlformats.org/officeDocument/2006/relationships/image" Target="../media/image5.png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29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24" Type="http://schemas.openxmlformats.org/officeDocument/2006/relationships/image" Target="../media/image103.png"/><Relationship Id="rId32" Type="http://schemas.openxmlformats.org/officeDocument/2006/relationships/image" Target="../media/image111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36" Type="http://schemas.openxmlformats.org/officeDocument/2006/relationships/image" Target="../media/image115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31" Type="http://schemas.openxmlformats.org/officeDocument/2006/relationships/image" Target="../media/image110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Relationship Id="rId30" Type="http://schemas.openxmlformats.org/officeDocument/2006/relationships/image" Target="../media/image109.png"/><Relationship Id="rId35" Type="http://schemas.openxmlformats.org/officeDocument/2006/relationships/image" Target="../media/image1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18.png"/><Relationship Id="rId12" Type="http://schemas.openxmlformats.org/officeDocument/2006/relationships/image" Target="../media/image111.png"/><Relationship Id="rId2" Type="http://schemas.openxmlformats.org/officeDocument/2006/relationships/video" Target="../media/media1.mp4"/><Relationship Id="rId16" Type="http://schemas.openxmlformats.org/officeDocument/2006/relationships/image" Target="../media/image126.png"/><Relationship Id="rId1" Type="http://schemas.microsoft.com/office/2007/relationships/media" Target="../media/media1.mp4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5.png"/><Relationship Id="rId15" Type="http://schemas.openxmlformats.org/officeDocument/2006/relationships/image" Target="../media/image125.png"/><Relationship Id="rId10" Type="http://schemas.openxmlformats.org/officeDocument/2006/relationships/image" Target="../media/image121.png"/><Relationship Id="rId4" Type="http://schemas.openxmlformats.org/officeDocument/2006/relationships/image" Target="../media/image116.png"/><Relationship Id="rId9" Type="http://schemas.openxmlformats.org/officeDocument/2006/relationships/image" Target="../media/image120.png"/><Relationship Id="rId14" Type="http://schemas.openxmlformats.org/officeDocument/2006/relationships/image" Target="../media/image1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7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18" Type="http://schemas.openxmlformats.org/officeDocument/2006/relationships/image" Target="../media/image157.png"/><Relationship Id="rId26" Type="http://schemas.openxmlformats.org/officeDocument/2006/relationships/image" Target="../media/image165.png"/><Relationship Id="rId39" Type="http://schemas.openxmlformats.org/officeDocument/2006/relationships/image" Target="../media/image176.png"/><Relationship Id="rId3" Type="http://schemas.openxmlformats.org/officeDocument/2006/relationships/image" Target="../media/image142.png"/><Relationship Id="rId21" Type="http://schemas.openxmlformats.org/officeDocument/2006/relationships/image" Target="../media/image160.png"/><Relationship Id="rId34" Type="http://schemas.openxmlformats.org/officeDocument/2006/relationships/image" Target="../media/image111.png"/><Relationship Id="rId7" Type="http://schemas.openxmlformats.org/officeDocument/2006/relationships/image" Target="../media/image146.png"/><Relationship Id="rId12" Type="http://schemas.openxmlformats.org/officeDocument/2006/relationships/image" Target="../media/image151.png"/><Relationship Id="rId17" Type="http://schemas.openxmlformats.org/officeDocument/2006/relationships/image" Target="../media/image156.png"/><Relationship Id="rId25" Type="http://schemas.openxmlformats.org/officeDocument/2006/relationships/image" Target="../media/image164.png"/><Relationship Id="rId33" Type="http://schemas.openxmlformats.org/officeDocument/2006/relationships/image" Target="../media/image171.png"/><Relationship Id="rId38" Type="http://schemas.openxmlformats.org/officeDocument/2006/relationships/image" Target="../media/image175.png"/><Relationship Id="rId2" Type="http://schemas.openxmlformats.org/officeDocument/2006/relationships/image" Target="../media/image141.png"/><Relationship Id="rId16" Type="http://schemas.openxmlformats.org/officeDocument/2006/relationships/image" Target="../media/image155.png"/><Relationship Id="rId20" Type="http://schemas.openxmlformats.org/officeDocument/2006/relationships/image" Target="../media/image159.png"/><Relationship Id="rId29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24" Type="http://schemas.openxmlformats.org/officeDocument/2006/relationships/image" Target="../media/image163.png"/><Relationship Id="rId32" Type="http://schemas.openxmlformats.org/officeDocument/2006/relationships/image" Target="../media/image170.png"/><Relationship Id="rId37" Type="http://schemas.openxmlformats.org/officeDocument/2006/relationships/image" Target="../media/image174.png"/><Relationship Id="rId40" Type="http://schemas.openxmlformats.org/officeDocument/2006/relationships/image" Target="../media/image177.png"/><Relationship Id="rId5" Type="http://schemas.openxmlformats.org/officeDocument/2006/relationships/image" Target="../media/image144.png"/><Relationship Id="rId15" Type="http://schemas.openxmlformats.org/officeDocument/2006/relationships/image" Target="../media/image154.png"/><Relationship Id="rId23" Type="http://schemas.openxmlformats.org/officeDocument/2006/relationships/image" Target="../media/image162.png"/><Relationship Id="rId28" Type="http://schemas.openxmlformats.org/officeDocument/2006/relationships/image" Target="../media/image167.png"/><Relationship Id="rId36" Type="http://schemas.openxmlformats.org/officeDocument/2006/relationships/image" Target="../media/image173.png"/><Relationship Id="rId10" Type="http://schemas.openxmlformats.org/officeDocument/2006/relationships/image" Target="../media/image149.png"/><Relationship Id="rId19" Type="http://schemas.openxmlformats.org/officeDocument/2006/relationships/image" Target="../media/image158.png"/><Relationship Id="rId31" Type="http://schemas.openxmlformats.org/officeDocument/2006/relationships/image" Target="../media/image16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Relationship Id="rId22" Type="http://schemas.openxmlformats.org/officeDocument/2006/relationships/image" Target="../media/image161.png"/><Relationship Id="rId27" Type="http://schemas.openxmlformats.org/officeDocument/2006/relationships/image" Target="../media/image166.png"/><Relationship Id="rId30" Type="http://schemas.openxmlformats.org/officeDocument/2006/relationships/image" Target="../media/image168.png"/><Relationship Id="rId35" Type="http://schemas.openxmlformats.org/officeDocument/2006/relationships/image" Target="../media/image17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3" Type="http://schemas.openxmlformats.org/officeDocument/2006/relationships/image" Target="../media/image178.png"/><Relationship Id="rId21" Type="http://schemas.openxmlformats.org/officeDocument/2006/relationships/image" Target="../media/image195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5" Type="http://schemas.openxmlformats.org/officeDocument/2006/relationships/image" Target="../media/image199.png"/><Relationship Id="rId2" Type="http://schemas.openxmlformats.org/officeDocument/2006/relationships/image" Target="../media/image5.png"/><Relationship Id="rId16" Type="http://schemas.openxmlformats.org/officeDocument/2006/relationships/image" Target="../media/image191.png"/><Relationship Id="rId20" Type="http://schemas.openxmlformats.org/officeDocument/2006/relationships/image" Target="../media/image1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24" Type="http://schemas.openxmlformats.org/officeDocument/2006/relationships/image" Target="../media/image198.png"/><Relationship Id="rId5" Type="http://schemas.openxmlformats.org/officeDocument/2006/relationships/image" Target="../media/image180.png"/><Relationship Id="rId15" Type="http://schemas.openxmlformats.org/officeDocument/2006/relationships/image" Target="../media/image190.png"/><Relationship Id="rId23" Type="http://schemas.openxmlformats.org/officeDocument/2006/relationships/image" Target="../media/image197.png"/><Relationship Id="rId10" Type="http://schemas.openxmlformats.org/officeDocument/2006/relationships/image" Target="../media/image185.png"/><Relationship Id="rId19" Type="http://schemas.openxmlformats.org/officeDocument/2006/relationships/image" Target="../media/image194.png"/><Relationship Id="rId4" Type="http://schemas.openxmlformats.org/officeDocument/2006/relationships/image" Target="../media/image179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Relationship Id="rId22" Type="http://schemas.openxmlformats.org/officeDocument/2006/relationships/image" Target="../media/image19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png"/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26" Type="http://schemas.openxmlformats.org/officeDocument/2006/relationships/image" Target="../media/image223.png"/><Relationship Id="rId3" Type="http://schemas.openxmlformats.org/officeDocument/2006/relationships/image" Target="../media/image200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38" Type="http://schemas.openxmlformats.org/officeDocument/2006/relationships/image" Target="../media/image235.png"/><Relationship Id="rId2" Type="http://schemas.openxmlformats.org/officeDocument/2006/relationships/image" Target="../media/image5.png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37" Type="http://schemas.openxmlformats.org/officeDocument/2006/relationships/image" Target="../media/image234.png"/><Relationship Id="rId5" Type="http://schemas.openxmlformats.org/officeDocument/2006/relationships/image" Target="../media/image202.png"/><Relationship Id="rId15" Type="http://schemas.openxmlformats.org/officeDocument/2006/relationships/image" Target="../media/image212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36" Type="http://schemas.openxmlformats.org/officeDocument/2006/relationships/image" Target="../media/image233.png"/><Relationship Id="rId10" Type="http://schemas.openxmlformats.org/officeDocument/2006/relationships/image" Target="../media/image207.png"/><Relationship Id="rId19" Type="http://schemas.openxmlformats.org/officeDocument/2006/relationships/image" Target="../media/image216.png"/><Relationship Id="rId31" Type="http://schemas.openxmlformats.org/officeDocument/2006/relationships/image" Target="../media/image228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6.png"/><Relationship Id="rId7" Type="http://schemas.openxmlformats.org/officeDocument/2006/relationships/image" Target="../media/image2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png"/><Relationship Id="rId11" Type="http://schemas.openxmlformats.org/officeDocument/2006/relationships/image" Target="../media/image243.png"/><Relationship Id="rId5" Type="http://schemas.openxmlformats.org/officeDocument/2006/relationships/image" Target="../media/image238.png"/><Relationship Id="rId10" Type="http://schemas.openxmlformats.org/officeDocument/2006/relationships/image" Target="../media/image234.png"/><Relationship Id="rId4" Type="http://schemas.openxmlformats.org/officeDocument/2006/relationships/image" Target="../media/image237.png"/><Relationship Id="rId9" Type="http://schemas.openxmlformats.org/officeDocument/2006/relationships/image" Target="../media/image24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" y="-127000"/>
            <a:ext cx="24384000" cy="1369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0" y="-228600"/>
            <a:ext cx="24384000" cy="1399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939800"/>
            <a:ext cx="21894800" cy="213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0" y="4724400"/>
            <a:ext cx="11620500" cy="355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315200" y="8394700"/>
            <a:ext cx="9804400" cy="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4600" y="533400"/>
            <a:ext cx="27559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700" y="8572500"/>
            <a:ext cx="11531600" cy="4965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200" y="4978400"/>
            <a:ext cx="10642600" cy="355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200" y="3733800"/>
            <a:ext cx="6324600" cy="95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33300" y="8458200"/>
            <a:ext cx="11963400" cy="4965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98400" y="3581400"/>
            <a:ext cx="1076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68000" y="609600"/>
            <a:ext cx="3302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21894800" cy="213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4800600"/>
            <a:ext cx="10642600" cy="284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5105400"/>
            <a:ext cx="10642600" cy="284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0" y="3733800"/>
            <a:ext cx="102616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3708400"/>
            <a:ext cx="109474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200" y="8470900"/>
            <a:ext cx="10947400" cy="4305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13100" y="9779000"/>
            <a:ext cx="1028700" cy="546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315200" y="8407400"/>
            <a:ext cx="98044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49900" y="8128000"/>
            <a:ext cx="5207000" cy="5207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85700" y="8128000"/>
            <a:ext cx="5207000" cy="5207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3300" y="12776200"/>
            <a:ext cx="10350500" cy="71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294600" y="533400"/>
            <a:ext cx="2755900" cy="825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68000" y="609600"/>
            <a:ext cx="3302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3700" y="8115300"/>
            <a:ext cx="9728200" cy="4470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49300"/>
            <a:ext cx="21894800" cy="213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927600"/>
            <a:ext cx="10947400" cy="2844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4300" y="5270500"/>
            <a:ext cx="10287000" cy="284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700" y="7975600"/>
            <a:ext cx="11493500" cy="4610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3784600"/>
            <a:ext cx="26035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65100" y="3784600"/>
            <a:ext cx="4292600" cy="95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7315200" y="8394700"/>
            <a:ext cx="98044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65100" y="12877800"/>
            <a:ext cx="10795000" cy="444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53400" y="533400"/>
            <a:ext cx="2197100" cy="825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93400" y="609600"/>
            <a:ext cx="3302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12100" y="8115300"/>
            <a:ext cx="27813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49300"/>
            <a:ext cx="21894800" cy="213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2857500" y="3708400"/>
            <a:ext cx="5905500" cy="664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4610100" y="4292600"/>
            <a:ext cx="2387600" cy="2387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4610100" y="4292600"/>
            <a:ext cx="2387600" cy="2387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2946400" y="7061200"/>
            <a:ext cx="5727700" cy="67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61200"/>
          </a:blip>
          <a:stretch>
            <a:fillRect/>
          </a:stretch>
        </p:blipFill>
        <p:spPr>
          <a:xfrm>
            <a:off x="2946400" y="7924800"/>
            <a:ext cx="5727700" cy="1155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85000"/>
          </a:blip>
          <a:stretch>
            <a:fillRect/>
          </a:stretch>
        </p:blipFill>
        <p:spPr>
          <a:xfrm>
            <a:off x="9232900" y="3708400"/>
            <a:ext cx="5905500" cy="681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>
            <a:alphaModFix amt="85000"/>
          </a:blip>
          <a:stretch>
            <a:fillRect/>
          </a:stretch>
        </p:blipFill>
        <p:spPr>
          <a:xfrm>
            <a:off x="10998200" y="4292600"/>
            <a:ext cx="2387600" cy="2387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>
            <a:alphaModFix amt="85000"/>
          </a:blip>
          <a:stretch>
            <a:fillRect/>
          </a:stretch>
        </p:blipFill>
        <p:spPr>
          <a:xfrm>
            <a:off x="10998200" y="4292600"/>
            <a:ext cx="2387600" cy="2387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>
            <a:alphaModFix amt="85000"/>
          </a:blip>
          <a:stretch>
            <a:fillRect/>
          </a:stretch>
        </p:blipFill>
        <p:spPr>
          <a:xfrm>
            <a:off x="9321800" y="7073900"/>
            <a:ext cx="5727700" cy="673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>
            <a:alphaModFix amt="61200"/>
          </a:blip>
          <a:stretch>
            <a:fillRect/>
          </a:stretch>
        </p:blipFill>
        <p:spPr>
          <a:xfrm>
            <a:off x="9309100" y="7848600"/>
            <a:ext cx="5753100" cy="1778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>
            <a:alphaModFix amt="85000"/>
          </a:blip>
          <a:stretch>
            <a:fillRect/>
          </a:stretch>
        </p:blipFill>
        <p:spPr>
          <a:xfrm>
            <a:off x="15621000" y="3708400"/>
            <a:ext cx="5905500" cy="6642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>
            <a:alphaModFix amt="85000"/>
          </a:blip>
          <a:stretch>
            <a:fillRect/>
          </a:stretch>
        </p:blipFill>
        <p:spPr>
          <a:xfrm>
            <a:off x="17297400" y="4292600"/>
            <a:ext cx="2540000" cy="2540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>
            <a:alphaModFix amt="85000"/>
          </a:blip>
          <a:stretch>
            <a:fillRect/>
          </a:stretch>
        </p:blipFill>
        <p:spPr>
          <a:xfrm>
            <a:off x="17297400" y="4292600"/>
            <a:ext cx="2540000" cy="2540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>
            <a:alphaModFix amt="85000"/>
          </a:blip>
          <a:stretch>
            <a:fillRect/>
          </a:stretch>
        </p:blipFill>
        <p:spPr>
          <a:xfrm>
            <a:off x="15709900" y="7226300"/>
            <a:ext cx="5727700" cy="673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>
            <a:alphaModFix amt="61200"/>
          </a:blip>
          <a:stretch>
            <a:fillRect/>
          </a:stretch>
        </p:blipFill>
        <p:spPr>
          <a:xfrm>
            <a:off x="15709900" y="8001000"/>
            <a:ext cx="5727700" cy="1155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80000" y="4648200"/>
            <a:ext cx="1587500" cy="1587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430000" y="4699000"/>
            <a:ext cx="1524000" cy="1587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716500" y="4648200"/>
            <a:ext cx="1701800" cy="1701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90900" y="11188700"/>
            <a:ext cx="17602200" cy="16129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976600" y="13081000"/>
            <a:ext cx="8077200" cy="4445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069300" y="533400"/>
            <a:ext cx="1981200" cy="8255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393400" y="609600"/>
            <a:ext cx="3302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74700"/>
            <a:ext cx="21894800" cy="213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 rot="-10796605">
            <a:off x="1612900" y="8204200"/>
            <a:ext cx="19291300" cy="38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924300" y="8547100"/>
            <a:ext cx="965200" cy="152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924300" y="7734300"/>
            <a:ext cx="977900" cy="15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612900" y="5003800"/>
            <a:ext cx="5600700" cy="2298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10000"/>
          </a:blip>
          <a:stretch>
            <a:fillRect/>
          </a:stretch>
        </p:blipFill>
        <p:spPr>
          <a:xfrm>
            <a:off x="1612900" y="9118600"/>
            <a:ext cx="5600700" cy="229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0700" y="5308600"/>
            <a:ext cx="5245100" cy="596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90700" y="9385300"/>
            <a:ext cx="5245100" cy="596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6019800"/>
            <a:ext cx="5245100" cy="914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0700" y="10109200"/>
            <a:ext cx="5245100" cy="914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677400" y="8547100"/>
            <a:ext cx="965200" cy="152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>
            <a:alphaModFix amt="10000"/>
          </a:blip>
          <a:stretch>
            <a:fillRect/>
          </a:stretch>
        </p:blipFill>
        <p:spPr>
          <a:xfrm>
            <a:off x="7366000" y="9118600"/>
            <a:ext cx="5600700" cy="2298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3800" y="9385300"/>
            <a:ext cx="5245100" cy="596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10109200"/>
            <a:ext cx="5245100" cy="914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14198600" y="7734300"/>
            <a:ext cx="977900" cy="152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>
            <a:alphaModFix amt="10000"/>
          </a:blip>
          <a:stretch>
            <a:fillRect/>
          </a:stretch>
        </p:blipFill>
        <p:spPr>
          <a:xfrm>
            <a:off x="11887200" y="5029200"/>
            <a:ext cx="5600700" cy="22987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065000" y="5308600"/>
            <a:ext cx="5245100" cy="596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065000" y="6019800"/>
            <a:ext cx="5245100" cy="914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0091400" y="7734300"/>
            <a:ext cx="977900" cy="152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>
            <a:off x="17780000" y="5029200"/>
            <a:ext cx="5600700" cy="2298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957800" y="5308600"/>
            <a:ext cx="5245100" cy="5969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957800" y="6019800"/>
            <a:ext cx="5245100" cy="914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0104100" y="8547100"/>
            <a:ext cx="965200" cy="152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0">
            <a:alphaModFix amt="10000"/>
          </a:blip>
          <a:stretch>
            <a:fillRect/>
          </a:stretch>
        </p:blipFill>
        <p:spPr>
          <a:xfrm>
            <a:off x="17780000" y="9118600"/>
            <a:ext cx="5600700" cy="2298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957800" y="9385300"/>
            <a:ext cx="5245100" cy="5969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957800" y="10109200"/>
            <a:ext cx="5245100" cy="914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3784600"/>
            <a:ext cx="4406900" cy="9525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100" y="11722100"/>
            <a:ext cx="7518400" cy="952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0853400" y="533400"/>
            <a:ext cx="2197100" cy="8255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3393400" y="609600"/>
            <a:ext cx="330200" cy="7493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66000" y="9105900"/>
            <a:ext cx="5600700" cy="2298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49300"/>
            <a:ext cx="22212300" cy="213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400" y="3441700"/>
            <a:ext cx="7251700" cy="6197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00" y="3873500"/>
            <a:ext cx="6388100" cy="4432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7100" y="8458200"/>
            <a:ext cx="1155700" cy="647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1400" y="8458200"/>
            <a:ext cx="927100" cy="647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8700" y="8458200"/>
            <a:ext cx="4800600" cy="647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4600" y="8026400"/>
            <a:ext cx="7251700" cy="1612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2300" y="8458200"/>
            <a:ext cx="1155700" cy="647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7400" y="8458200"/>
            <a:ext cx="812800" cy="647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1200" y="8458200"/>
            <a:ext cx="4813300" cy="647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421100" y="7848600"/>
            <a:ext cx="7251700" cy="198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68800" y="8470900"/>
            <a:ext cx="1155700" cy="647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83100" y="8470900"/>
            <a:ext cx="927100" cy="647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440400" y="8470900"/>
            <a:ext cx="4800600" cy="647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54200" y="10248900"/>
            <a:ext cx="6654800" cy="3327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38400" y="10617200"/>
            <a:ext cx="5486400" cy="838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603500" y="10744200"/>
            <a:ext cx="5156200" cy="584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38400" y="11849100"/>
            <a:ext cx="5486400" cy="1143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64600" y="10248900"/>
            <a:ext cx="6654800" cy="3403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48800" y="10617200"/>
            <a:ext cx="5486400" cy="8382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13900" y="10744200"/>
            <a:ext cx="5143500" cy="5842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48800" y="11849100"/>
            <a:ext cx="5486400" cy="1219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862300" y="10248900"/>
            <a:ext cx="6654800" cy="3327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6446500" y="10617200"/>
            <a:ext cx="5486400" cy="838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624300" y="10744200"/>
            <a:ext cx="5156200" cy="584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446500" y="11849100"/>
            <a:ext cx="5486400" cy="11430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5400000">
            <a:off x="11734800" y="9182100"/>
            <a:ext cx="914400" cy="914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963900" y="5283200"/>
            <a:ext cx="6642100" cy="2120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39300" y="3759200"/>
            <a:ext cx="5092700" cy="4533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39300" y="3759200"/>
            <a:ext cx="5092700" cy="45339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05800" y="533400"/>
            <a:ext cx="2044700" cy="825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3393400" y="609600"/>
            <a:ext cx="330200" cy="749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677400" y="8458200"/>
            <a:ext cx="812800" cy="6477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854200" y="3759200"/>
            <a:ext cx="6654800" cy="4572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88400" y="3759200"/>
            <a:ext cx="6654800" cy="45720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709900" y="3759200"/>
            <a:ext cx="6807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0200" y="3759200"/>
            <a:ext cx="6680200" cy="711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200" y="698500"/>
            <a:ext cx="21894800" cy="213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30200" y="6502400"/>
            <a:ext cx="8305800" cy="711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119100" y="4914900"/>
            <a:ext cx="11264900" cy="1422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19100" y="7543800"/>
            <a:ext cx="112776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19100" y="10642600"/>
            <a:ext cx="16510000" cy="952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030200" y="9448800"/>
            <a:ext cx="8305800" cy="71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05800" y="533400"/>
            <a:ext cx="20447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93400" y="609600"/>
            <a:ext cx="330200" cy="749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234400" y="1765300"/>
            <a:ext cx="1651000" cy="914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399500" y="1765300"/>
            <a:ext cx="1320800" cy="914400"/>
          </a:xfrm>
          <a:prstGeom prst="rect">
            <a:avLst/>
          </a:prstGeom>
        </p:spPr>
      </p:pic>
      <p:pic>
        <p:nvPicPr>
          <p:cNvPr id="19" name="srhs-web - Chrome 2026-04-27 13-03-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52400" y="4114800"/>
            <a:ext cx="12429812" cy="7251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530600"/>
            <a:ext cx="22352000" cy="1651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749300"/>
            <a:ext cx="21894800" cy="213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700" y="5334000"/>
            <a:ext cx="10833100" cy="703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3600" y="7442200"/>
            <a:ext cx="1587500" cy="138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27000" y="5689600"/>
            <a:ext cx="9753600" cy="1079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7000" y="6997700"/>
            <a:ext cx="10655300" cy="1079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27000" y="8305800"/>
            <a:ext cx="10655300" cy="1130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0" y="9601200"/>
            <a:ext cx="9880600" cy="1079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1200" y="12496800"/>
            <a:ext cx="22352000" cy="685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2800" y="3708400"/>
            <a:ext cx="15138400" cy="1371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48700" y="533400"/>
            <a:ext cx="1536700" cy="825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393400" y="609600"/>
            <a:ext cx="5715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297900" y="1816100"/>
            <a:ext cx="1701800" cy="939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63000" y="1816100"/>
            <a:ext cx="13589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00" y="11417300"/>
            <a:ext cx="52832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400" y="8128000"/>
            <a:ext cx="5283200" cy="73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0" y="3454400"/>
            <a:ext cx="5283200" cy="93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3400" y="3454400"/>
            <a:ext cx="5283200" cy="93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 rot="5400000">
            <a:off x="12382500" y="8991600"/>
            <a:ext cx="8242300" cy="8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10000"/>
          </a:blip>
          <a:stretch>
            <a:fillRect/>
          </a:stretch>
        </p:blipFill>
        <p:spPr>
          <a:xfrm rot="5400000">
            <a:off x="12382500" y="8991600"/>
            <a:ext cx="8242300" cy="8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59200" y="7175500"/>
            <a:ext cx="6985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5976600" y="5143500"/>
            <a:ext cx="647700" cy="228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59200" y="9601200"/>
            <a:ext cx="6985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5976600" y="8420100"/>
            <a:ext cx="6477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5976600" y="11671300"/>
            <a:ext cx="6477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0" y="6921500"/>
            <a:ext cx="5283200" cy="736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93400" y="4889500"/>
            <a:ext cx="5283200" cy="736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145000" y="9347200"/>
            <a:ext cx="5283200" cy="736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23600" y="8216900"/>
            <a:ext cx="723900" cy="50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58600" y="8216900"/>
            <a:ext cx="4216400" cy="508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399000" y="9461500"/>
            <a:ext cx="723900" cy="508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097500" y="9461500"/>
            <a:ext cx="4076700" cy="508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47400" y="11544300"/>
            <a:ext cx="723900" cy="508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633200" y="11544300"/>
            <a:ext cx="4216400" cy="508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47400" y="5016500"/>
            <a:ext cx="723900" cy="5080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33200" y="5016500"/>
            <a:ext cx="4216400" cy="5080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399000" y="7048500"/>
            <a:ext cx="723900" cy="5080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122900" y="7048500"/>
            <a:ext cx="4076700" cy="508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7399000" y="10261600"/>
            <a:ext cx="4876800" cy="10541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399000" y="7861300"/>
            <a:ext cx="4876800" cy="10541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47400" y="9080500"/>
            <a:ext cx="4851400" cy="1003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947400" y="12357100"/>
            <a:ext cx="4851400" cy="1003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947400" y="5816600"/>
            <a:ext cx="4851400" cy="10033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11200" y="723900"/>
            <a:ext cx="21894800" cy="2133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00200" y="5575300"/>
            <a:ext cx="5143500" cy="48895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73300" y="7277100"/>
            <a:ext cx="3797300" cy="2019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35000" y="11099800"/>
            <a:ext cx="8102600" cy="2260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005800" y="533400"/>
            <a:ext cx="2044700" cy="8255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3393400" y="609600"/>
            <a:ext cx="571500" cy="7493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731500" y="3505200"/>
            <a:ext cx="5283200" cy="8001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132300" y="3517900"/>
            <a:ext cx="5283200" cy="787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1297900" y="1816100"/>
            <a:ext cx="1701800" cy="9398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1463000" y="1816100"/>
            <a:ext cx="1358900" cy="9398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7399000" y="12776200"/>
            <a:ext cx="6477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49300"/>
            <a:ext cx="21894800" cy="213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400" y="11049000"/>
            <a:ext cx="19507200" cy="2209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00" y="5448300"/>
            <a:ext cx="23304500" cy="59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0100" y="5308600"/>
            <a:ext cx="39116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400" y="5308600"/>
            <a:ext cx="39116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0" y="5308600"/>
            <a:ext cx="39116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02300" y="5308600"/>
            <a:ext cx="39116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500" y="5486400"/>
            <a:ext cx="3352800" cy="52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5100" y="5486400"/>
            <a:ext cx="3352800" cy="520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33400" y="5486400"/>
            <a:ext cx="3352800" cy="520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81700" y="5486400"/>
            <a:ext cx="3352800" cy="520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5400" y="7899400"/>
            <a:ext cx="5524500" cy="1193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3700" y="7937500"/>
            <a:ext cx="5448300" cy="1854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82500" y="7937500"/>
            <a:ext cx="5054600" cy="1854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741900" y="7937500"/>
            <a:ext cx="5232400" cy="1193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95400" y="6616700"/>
            <a:ext cx="5448300" cy="660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56400" y="6616700"/>
            <a:ext cx="5448300" cy="660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204700" y="6616700"/>
            <a:ext cx="5448300" cy="660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7614900" y="6616700"/>
            <a:ext cx="5448300" cy="660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348700" y="533400"/>
            <a:ext cx="1536700" cy="825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393400" y="609600"/>
            <a:ext cx="571500" cy="749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56400" y="4673600"/>
            <a:ext cx="5486400" cy="56642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1297900" y="1816100"/>
            <a:ext cx="1701800" cy="939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463000" y="1816100"/>
            <a:ext cx="1358900" cy="9398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18700" y="3683000"/>
            <a:ext cx="4521200" cy="96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74700"/>
            <a:ext cx="21894800" cy="213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0" y="4813300"/>
            <a:ext cx="5918200" cy="322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900" y="4813300"/>
            <a:ext cx="5918200" cy="322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1800" y="4813300"/>
            <a:ext cx="5918200" cy="322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5100" y="9690100"/>
            <a:ext cx="5918200" cy="322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1300" y="9690100"/>
            <a:ext cx="5918200" cy="3225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70200" y="9690100"/>
            <a:ext cx="5918200" cy="322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3900" y="5854700"/>
            <a:ext cx="1803400" cy="1117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4200" y="5880100"/>
            <a:ext cx="3263900" cy="1117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2300" y="10731500"/>
            <a:ext cx="3263900" cy="1193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27600" y="11010900"/>
            <a:ext cx="850900" cy="787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4500" y="11010900"/>
            <a:ext cx="1790700" cy="787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586200" y="10731500"/>
            <a:ext cx="3263900" cy="119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703800" y="11010900"/>
            <a:ext cx="3886200" cy="787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63900" y="5295900"/>
            <a:ext cx="5054600" cy="444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90100" y="5295900"/>
            <a:ext cx="5041900" cy="444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129000" y="5295900"/>
            <a:ext cx="5041900" cy="444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62300" y="10160000"/>
            <a:ext cx="5054600" cy="444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01200" y="10160000"/>
            <a:ext cx="5041900" cy="444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040100" y="10160000"/>
            <a:ext cx="5041900" cy="4445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63900" y="7175500"/>
            <a:ext cx="5054600" cy="3937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690100" y="7175500"/>
            <a:ext cx="5041900" cy="393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129000" y="7175500"/>
            <a:ext cx="5041900" cy="393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2300" y="12039600"/>
            <a:ext cx="5054600" cy="3937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601200" y="12039600"/>
            <a:ext cx="5041900" cy="393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040100" y="12039600"/>
            <a:ext cx="5041900" cy="393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94200" y="6134100"/>
            <a:ext cx="850900" cy="711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785600" y="6159500"/>
            <a:ext cx="2578100" cy="711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02800" y="6159500"/>
            <a:ext cx="1333500" cy="711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44200" y="10731500"/>
            <a:ext cx="1422400" cy="1193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601200" y="11010900"/>
            <a:ext cx="1333500" cy="787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6675100" y="5930900"/>
            <a:ext cx="3263900" cy="1117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246600" y="6210300"/>
            <a:ext cx="850900" cy="711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129000" y="6159500"/>
            <a:ext cx="1333500" cy="7112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6040100" y="10960100"/>
            <a:ext cx="1333500" cy="787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50300" y="3606800"/>
            <a:ext cx="6921500" cy="952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08900" y="8394700"/>
            <a:ext cx="8953500" cy="952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309600" y="13042900"/>
            <a:ext cx="10820400" cy="495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1234400" y="533400"/>
            <a:ext cx="1638300" cy="8255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3393400" y="609600"/>
            <a:ext cx="5715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3276600"/>
            <a:ext cx="22352000" cy="50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774700"/>
            <a:ext cx="21894800" cy="213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3175000" y="3683000"/>
            <a:ext cx="8826500" cy="768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12382500" y="3683000"/>
            <a:ext cx="8826500" cy="7683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52400" y="4089400"/>
            <a:ext cx="8039100" cy="1866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300" y="4089400"/>
            <a:ext cx="8026400" cy="1866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900" y="6159500"/>
            <a:ext cx="7950200" cy="464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2400" y="6261100"/>
            <a:ext cx="7886700" cy="476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5700" y="12026900"/>
            <a:ext cx="16992600" cy="736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34400" y="533400"/>
            <a:ext cx="1638300" cy="825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93400" y="609600"/>
            <a:ext cx="5715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5930900"/>
            <a:ext cx="5715000" cy="185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0</Words>
  <Application>Microsoft Office PowerPoint</Application>
  <PresentationFormat>사용자 지정</PresentationFormat>
  <Paragraphs>0</Paragraphs>
  <Slides>15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Calibri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user033</dc:creator>
  <cp:lastModifiedBy>성준 오</cp:lastModifiedBy>
  <cp:revision>4</cp:revision>
  <dcterms:created xsi:type="dcterms:W3CDTF">2006-08-16T00:00:00Z</dcterms:created>
  <dcterms:modified xsi:type="dcterms:W3CDTF">2026-05-06T16:16:53Z</dcterms:modified>
</cp:coreProperties>
</file>